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5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BFF"/>
    <a:srgbClr val="E5F0FF"/>
    <a:srgbClr val="FFFFFF"/>
    <a:srgbClr val="ECF4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60"/>
  </p:normalViewPr>
  <p:slideViewPr>
    <p:cSldViewPr snapToGrid="0">
      <p:cViewPr>
        <p:scale>
          <a:sx n="66" d="100"/>
          <a:sy n="66" d="100"/>
        </p:scale>
        <p:origin x="1878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BFFDF-9617-7AB4-B659-130D205F2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10E52D-A00D-99C8-4C15-4F6CEBD7C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0A3BB-A877-50C9-E6B4-CDC757F3E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F01507-055E-CAD7-F159-6129E446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7F8DBF-D87B-0B37-8B02-2C3DAD0B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62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CE371-E318-3AB9-15D9-2BA516C56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7A73EA-E91C-931D-6CFB-28B16CF54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87D246-A0E4-33A8-FFF1-69F737243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393B31-1791-048D-2ABD-EF5582C3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BD58FF-248A-D3C2-3BCA-77D22E59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86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7BEF0-5DFC-B7DD-94BF-EEBDDEE8D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539973-35E7-C8D1-1BB4-061F438D6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B5D544-58AC-2254-BFAD-1A7CA0CF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E8D8B8-9AC2-F968-4B06-750FABCC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351CAB-A2DC-1D32-B3E6-368B2C95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926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9522F-B4C3-D3D8-0E40-8CE72B160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1899F8-57D7-09B1-DA7A-290519EE2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4C684-D1F3-6B5E-132D-EB4699896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4865A4-EABD-FF7B-05FE-CD4CCECB5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2093BB-6779-6FB4-ABAE-9C325769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B66F21-7D20-10E8-993D-90EFDE538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23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2770C4-3DF3-5A05-F2A2-C5E46C41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D6A97A-157D-FC64-67B7-EC4EEF541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03B8DF-CE75-16EF-AB65-B5D051674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31F70B-0010-673C-BBEE-19E82FA4D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B2D81B-C314-2E72-EBFE-88E093CA6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D9DB65-E7CF-B32A-F9E2-84321AE5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52890B-E907-8000-BA24-87C2BAF8E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BC45AD-CA9F-EDAB-5CC7-2D9DE70E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6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8A09E-CFCF-68F0-D0D1-171D4443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C53924-733E-6F9C-3AF4-46A8D363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617489-5D4E-5F52-1285-8A877A32D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A563C6-C2FB-B7EA-8B2B-9B981606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46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89E3EA-8091-51CF-BD0D-AB5EB288E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EA1C3E-FABB-47CD-25CE-490CAC5F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51CBCF-9801-E702-C61C-93AE569AC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197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57AB5-A9B5-71EA-5D22-84E7B6E2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A92760-7791-82DD-AC7F-5D942E981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DA0F41-711A-A7A7-A411-C5598E08A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3F7FAB-EEB7-4A5C-99B7-52FB1C8F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F00AA5-EA28-0CD3-B269-AD65CAE6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1BB97E-C708-8F0C-08A3-1FE3B58D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443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F75E6-468F-FA81-C068-29287AD57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7EE166-55A3-19BF-9600-5F723295E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D5D332-6681-0895-3143-0A3DDB5EB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1DE5A5-CE38-AC4D-07B1-D8FACC62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6B1893-28AF-B539-1906-5752C34A7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C3A2C6-40EB-A63F-7D1A-2E1A0CF0D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11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4AC65-20FA-C7C7-3562-9896DDA72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1824AE-4DED-16C7-E2F7-F17118036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355DBB-858B-5168-AB53-A6CCC928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1F9CA-76EC-0D61-2F56-176DB75E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B996B1-79C2-E206-B7D3-167A9C7F4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44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571270F-F28E-14E8-A356-384C90E5D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47284F-7E7E-F121-DC03-727FE2610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91956-117C-51CF-BA93-3AA26CEA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711AE-53DB-8449-8B89-FCC0A6F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C904C-F5BA-EA4E-49DA-ACE65A93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612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6239E1-713F-42E3-B285-B7E4DD83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D0D82B-CEA2-DF04-9059-2EA1211BE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8AF10-D8E2-B131-87B8-52C9B884A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B92A1-598F-42A3-9B94-F3BAB6B9BAA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FEC96B-97AE-ABD4-52D4-EF0A6C724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C93D8A-29CA-60CB-3031-FA7E7C28C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2B50A-2F3A-4F8D-A9B7-D19271968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54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0FA6786-BA6A-EB8E-7EB8-C52B5376DF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591" t="81663"/>
          <a:stretch>
            <a:fillRect/>
          </a:stretch>
        </p:blipFill>
        <p:spPr>
          <a:xfrm>
            <a:off x="443344" y="849746"/>
            <a:ext cx="1065255" cy="114069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B7F18FD-DC76-6EC4-A178-711D2906A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326" y="544945"/>
            <a:ext cx="4753638" cy="622069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E4B8247-9D2E-6914-2BD5-5181EA4DC0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302" t="42613" r="-711" b="39049"/>
          <a:stretch>
            <a:fillRect/>
          </a:stretch>
        </p:blipFill>
        <p:spPr>
          <a:xfrm>
            <a:off x="3251198" y="849746"/>
            <a:ext cx="1065255" cy="114069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C6408D8-3AE4-B4F5-64FB-7034142DF3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54" t="61621" r="24937" b="20041"/>
          <a:stretch>
            <a:fillRect/>
          </a:stretch>
        </p:blipFill>
        <p:spPr>
          <a:xfrm>
            <a:off x="1847271" y="849746"/>
            <a:ext cx="1065255" cy="114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6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0FA6786-BA6A-EB8E-7EB8-C52B5376D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181" y="318653"/>
            <a:ext cx="4753638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17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7B574A-84A9-1C36-3453-7C45BDA62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42" y="436838"/>
            <a:ext cx="7337531" cy="486945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4878A38-B933-7353-721C-643007884E4E}"/>
              </a:ext>
            </a:extLst>
          </p:cNvPr>
          <p:cNvSpPr/>
          <p:nvPr/>
        </p:nvSpPr>
        <p:spPr>
          <a:xfrm>
            <a:off x="5264727" y="332509"/>
            <a:ext cx="2567709" cy="291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66F144-820E-F286-EE07-3A653C220E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181" t="22069" r="13973" b="60480"/>
          <a:stretch>
            <a:fillRect/>
          </a:stretch>
        </p:blipFill>
        <p:spPr>
          <a:xfrm>
            <a:off x="8968510" y="2068944"/>
            <a:ext cx="1016000" cy="84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0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7C430F3-96DE-32AD-F65F-B31C97D48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090"/>
          <a:stretch>
            <a:fillRect/>
          </a:stretch>
        </p:blipFill>
        <p:spPr>
          <a:xfrm>
            <a:off x="251516" y="2285809"/>
            <a:ext cx="6029212" cy="27435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493A1C3-5736-A36C-E804-644E8149D4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706"/>
          <a:stretch>
            <a:fillRect/>
          </a:stretch>
        </p:blipFill>
        <p:spPr>
          <a:xfrm>
            <a:off x="6844147" y="2211917"/>
            <a:ext cx="4237356" cy="27435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919647-B6B0-D050-0A53-DE3864CFA537}"/>
              </a:ext>
            </a:extLst>
          </p:cNvPr>
          <p:cNvSpPr txBox="1"/>
          <p:nvPr/>
        </p:nvSpPr>
        <p:spPr>
          <a:xfrm>
            <a:off x="2481292" y="206656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디지털사업부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6F78D-C5A4-9D9E-4303-C5E47A5F8C0A}"/>
              </a:ext>
            </a:extLst>
          </p:cNvPr>
          <p:cNvSpPr txBox="1"/>
          <p:nvPr/>
        </p:nvSpPr>
        <p:spPr>
          <a:xfrm>
            <a:off x="8060056" y="206656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디지털사업부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32B90C-EC22-1285-7497-48B0988DF492}"/>
              </a:ext>
            </a:extLst>
          </p:cNvPr>
          <p:cNvSpPr txBox="1"/>
          <p:nvPr/>
        </p:nvSpPr>
        <p:spPr>
          <a:xfrm>
            <a:off x="6280728" y="410972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모니모</a:t>
            </a:r>
            <a:r>
              <a:rPr lang="en-US" altLang="ko-KR" dirty="0"/>
              <a:t>, </a:t>
            </a:r>
            <a:r>
              <a:rPr lang="ko-KR" altLang="en-US" dirty="0"/>
              <a:t>다이렉트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3A972F-3302-E9D7-CE66-28F1B3EBB76E}"/>
              </a:ext>
            </a:extLst>
          </p:cNvPr>
          <p:cNvSpPr txBox="1"/>
          <p:nvPr/>
        </p:nvSpPr>
        <p:spPr>
          <a:xfrm>
            <a:off x="7047346" y="3102876"/>
            <a:ext cx="1681871" cy="826382"/>
          </a:xfrm>
          <a:prstGeom prst="rect">
            <a:avLst/>
          </a:prstGeom>
          <a:solidFill>
            <a:srgbClr val="F7F7F7"/>
          </a:solidFill>
        </p:spPr>
        <p:txBody>
          <a:bodyPr wrap="none" rtlCol="0">
            <a:noAutofit/>
          </a:bodyPr>
          <a:lstStyle/>
          <a:p>
            <a:r>
              <a:rPr lang="ko-KR" altLang="en-US" sz="1200" b="1" dirty="0" err="1"/>
              <a:t>더헬스의</a:t>
            </a:r>
            <a:r>
              <a:rPr lang="ko-KR" altLang="en-US" sz="1200" b="1" dirty="0"/>
              <a:t> 안정적인</a:t>
            </a:r>
            <a:endParaRPr lang="en-US" altLang="ko-KR" sz="1200" b="1" dirty="0"/>
          </a:p>
          <a:p>
            <a:r>
              <a:rPr lang="en-US" altLang="ko-KR" sz="1200" b="1" dirty="0"/>
              <a:t>AI</a:t>
            </a:r>
            <a:r>
              <a:rPr lang="ko-KR" altLang="en-US" sz="1200" b="1" dirty="0"/>
              <a:t>기반 업무 효율화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F285BBE-011D-F3C5-B5EF-56CEF67AEE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99" r="74887" b="58164"/>
          <a:stretch>
            <a:fillRect/>
          </a:stretch>
        </p:blipFill>
        <p:spPr>
          <a:xfrm>
            <a:off x="486238" y="2509791"/>
            <a:ext cx="2146126" cy="1147810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1E4DFD-18A9-F177-0991-67D708886FA0}"/>
              </a:ext>
            </a:extLst>
          </p:cNvPr>
          <p:cNvGrpSpPr/>
          <p:nvPr/>
        </p:nvGrpSpPr>
        <p:grpSpPr>
          <a:xfrm>
            <a:off x="615547" y="2651324"/>
            <a:ext cx="2140330" cy="864743"/>
            <a:chOff x="680201" y="410972"/>
            <a:chExt cx="2140330" cy="864743"/>
          </a:xfrm>
          <a:noFill/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AAC5117-F22B-D2E8-EAD1-D58FEB6744FA}"/>
                </a:ext>
              </a:extLst>
            </p:cNvPr>
            <p:cNvSpPr txBox="1"/>
            <p:nvPr/>
          </p:nvSpPr>
          <p:spPr>
            <a:xfrm>
              <a:off x="680201" y="410972"/>
              <a:ext cx="1350050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 err="1">
                  <a:solidFill>
                    <a:srgbClr val="0070C0"/>
                  </a:solidFill>
                </a:rPr>
                <a:t>모니모</a:t>
              </a:r>
              <a:r>
                <a:rPr lang="en-US" altLang="ko-KR" sz="1200" b="1" dirty="0">
                  <a:solidFill>
                    <a:srgbClr val="0070C0"/>
                  </a:solidFill>
                </a:rPr>
                <a:t>, </a:t>
              </a:r>
              <a:r>
                <a:rPr lang="ko-KR" altLang="en-US" sz="1200" b="1" dirty="0">
                  <a:solidFill>
                    <a:srgbClr val="0070C0"/>
                  </a:solidFill>
                </a:rPr>
                <a:t>다이렉트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29938E-B95C-0E2F-6A0E-E0FF93577A01}"/>
                </a:ext>
              </a:extLst>
            </p:cNvPr>
            <p:cNvSpPr txBox="1"/>
            <p:nvPr/>
          </p:nvSpPr>
          <p:spPr>
            <a:xfrm>
              <a:off x="680201" y="814050"/>
              <a:ext cx="2140330" cy="4616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디지털고객의 니즈에 맞게</a:t>
              </a:r>
              <a:endParaRPr lang="en-US" altLang="ko-KR" sz="1200" b="1" dirty="0"/>
            </a:p>
            <a:p>
              <a:r>
                <a:rPr lang="ko-KR" altLang="en-US" sz="1200" b="1" dirty="0"/>
                <a:t>탐색부터 가입까지 도와주는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3440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29639E47-4B58-75D7-5EE2-F130FEC707E1}"/>
              </a:ext>
            </a:extLst>
          </p:cNvPr>
          <p:cNvGrpSpPr/>
          <p:nvPr/>
        </p:nvGrpSpPr>
        <p:grpSpPr>
          <a:xfrm>
            <a:off x="-1870261" y="638005"/>
            <a:ext cx="8517804" cy="3716282"/>
            <a:chOff x="916534" y="310819"/>
            <a:chExt cx="5817524" cy="253816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7C430F3-96DE-32AD-F65F-B31C97D4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42" r="45111" b="7488"/>
            <a:stretch>
              <a:fillRect/>
            </a:stretch>
          </p:blipFill>
          <p:spPr>
            <a:xfrm>
              <a:off x="916534" y="310819"/>
              <a:ext cx="5817524" cy="25381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72FE55D-C85E-CBBD-47B8-5DA065C2B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753" r="75716" b="50689"/>
            <a:stretch>
              <a:fillRect/>
            </a:stretch>
          </p:blipFill>
          <p:spPr>
            <a:xfrm>
              <a:off x="916534" y="310819"/>
              <a:ext cx="2525165" cy="135288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E561B36-6EA2-2127-5AF4-7C18B9C887D9}"/>
              </a:ext>
            </a:extLst>
          </p:cNvPr>
          <p:cNvGrpSpPr/>
          <p:nvPr/>
        </p:nvGrpSpPr>
        <p:grpSpPr>
          <a:xfrm>
            <a:off x="7387771" y="914401"/>
            <a:ext cx="5878286" cy="3541486"/>
            <a:chOff x="4992914" y="58058"/>
            <a:chExt cx="5878286" cy="354148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493A1C3-5736-A36C-E804-644E8149D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1114" t="3631" r="1657" b="8208"/>
            <a:stretch>
              <a:fillRect/>
            </a:stretch>
          </p:blipFill>
          <p:spPr>
            <a:xfrm>
              <a:off x="4992914" y="58058"/>
              <a:ext cx="5878286" cy="354148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37F9A9E-31D4-90BF-3359-B67D83637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8744" t="4562" r="20550" b="63986"/>
            <a:stretch>
              <a:fillRect/>
            </a:stretch>
          </p:blipFill>
          <p:spPr>
            <a:xfrm>
              <a:off x="5372100" y="355600"/>
              <a:ext cx="2413000" cy="1714499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54450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C117BC6-C408-9EBF-1C0E-4321D9C08526}"/>
              </a:ext>
            </a:extLst>
          </p:cNvPr>
          <p:cNvSpPr/>
          <p:nvPr/>
        </p:nvSpPr>
        <p:spPr>
          <a:xfrm>
            <a:off x="195099" y="286241"/>
            <a:ext cx="8367875" cy="5628783"/>
          </a:xfrm>
          <a:prstGeom prst="roundRect">
            <a:avLst>
              <a:gd name="adj" fmla="val 4633"/>
            </a:avLst>
          </a:prstGeom>
          <a:gradFill>
            <a:gsLst>
              <a:gs pos="0">
                <a:srgbClr val="FFFFFF"/>
              </a:gs>
              <a:gs pos="100000">
                <a:srgbClr val="ECF4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8E422D7-8641-3DC6-108F-AE58654C26D7}"/>
              </a:ext>
            </a:extLst>
          </p:cNvPr>
          <p:cNvGrpSpPr/>
          <p:nvPr/>
        </p:nvGrpSpPr>
        <p:grpSpPr>
          <a:xfrm>
            <a:off x="791454" y="545522"/>
            <a:ext cx="7096133" cy="5040000"/>
            <a:chOff x="4630029" y="779538"/>
            <a:chExt cx="7096133" cy="5040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31FBBD7-3E49-1F84-1FE5-1742BC5D244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4096" y="779538"/>
              <a:ext cx="2268000" cy="5040000"/>
            </a:xfrm>
            <a:prstGeom prst="roundRect">
              <a:avLst>
                <a:gd name="adj" fmla="val 7818"/>
              </a:avLst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19255B2-E23D-C6C4-6505-0EB1978928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58162" y="779538"/>
              <a:ext cx="2268000" cy="5040000"/>
            </a:xfrm>
            <a:prstGeom prst="roundRect">
              <a:avLst>
                <a:gd name="adj" fmla="val 7818"/>
              </a:avLst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97A40F3-7228-89A3-4C3A-CBF88CF5FB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0029" y="779538"/>
              <a:ext cx="2268000" cy="5040000"/>
            </a:xfrm>
            <a:prstGeom prst="roundRect">
              <a:avLst>
                <a:gd name="adj" fmla="val 6953"/>
              </a:avLst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057287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C117BC6-C408-9EBF-1C0E-4321D9C08526}"/>
              </a:ext>
            </a:extLst>
          </p:cNvPr>
          <p:cNvSpPr/>
          <p:nvPr/>
        </p:nvSpPr>
        <p:spPr>
          <a:xfrm>
            <a:off x="195099" y="286241"/>
            <a:ext cx="8367875" cy="5628783"/>
          </a:xfrm>
          <a:prstGeom prst="roundRect">
            <a:avLst>
              <a:gd name="adj" fmla="val 4633"/>
            </a:avLst>
          </a:prstGeom>
          <a:gradFill>
            <a:gsLst>
              <a:gs pos="0">
                <a:srgbClr val="FFFFFF"/>
              </a:gs>
              <a:gs pos="100000">
                <a:srgbClr val="E5F0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8E422D7-8641-3DC6-108F-AE58654C26D7}"/>
              </a:ext>
            </a:extLst>
          </p:cNvPr>
          <p:cNvGrpSpPr/>
          <p:nvPr/>
        </p:nvGrpSpPr>
        <p:grpSpPr>
          <a:xfrm>
            <a:off x="791454" y="545522"/>
            <a:ext cx="7096133" cy="5040000"/>
            <a:chOff x="4630029" y="779538"/>
            <a:chExt cx="7096133" cy="5040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31FBBD7-3E49-1F84-1FE5-1742BC5D244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4096" y="779538"/>
              <a:ext cx="2268000" cy="5040000"/>
            </a:xfrm>
            <a:prstGeom prst="roundRect">
              <a:avLst>
                <a:gd name="adj" fmla="val 7818"/>
              </a:avLst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19255B2-E23D-C6C4-6505-0EB1978928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58162" y="779538"/>
              <a:ext cx="2268000" cy="5040000"/>
            </a:xfrm>
            <a:prstGeom prst="roundRect">
              <a:avLst>
                <a:gd name="adj" fmla="val 7818"/>
              </a:avLst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97A40F3-7228-89A3-4C3A-CBF88CF5FB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0029" y="779538"/>
              <a:ext cx="2268000" cy="5040000"/>
            </a:xfrm>
            <a:prstGeom prst="roundRect">
              <a:avLst>
                <a:gd name="adj" fmla="val 6953"/>
              </a:avLst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8292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ABA930C-274E-802B-96D7-3C9BEFFA7F38}"/>
              </a:ext>
            </a:extLst>
          </p:cNvPr>
          <p:cNvSpPr/>
          <p:nvPr/>
        </p:nvSpPr>
        <p:spPr>
          <a:xfrm>
            <a:off x="195099" y="286241"/>
            <a:ext cx="8367875" cy="5628783"/>
          </a:xfrm>
          <a:prstGeom prst="roundRect">
            <a:avLst>
              <a:gd name="adj" fmla="val 4633"/>
            </a:avLst>
          </a:prstGeom>
          <a:gradFill>
            <a:gsLst>
              <a:gs pos="0">
                <a:srgbClr val="FFFFFF"/>
              </a:gs>
              <a:gs pos="100000">
                <a:srgbClr val="E5FB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E4EF416-948C-BE85-5703-17CB926204D9}"/>
              </a:ext>
            </a:extLst>
          </p:cNvPr>
          <p:cNvGrpSpPr/>
          <p:nvPr/>
        </p:nvGrpSpPr>
        <p:grpSpPr>
          <a:xfrm>
            <a:off x="791454" y="580632"/>
            <a:ext cx="7096133" cy="5040000"/>
            <a:chOff x="791454" y="1102015"/>
            <a:chExt cx="7096133" cy="5040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522B775-2508-93AD-E0BB-081E826B59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1454" y="1102015"/>
              <a:ext cx="2268000" cy="5040000"/>
            </a:xfrm>
            <a:prstGeom prst="roundRect">
              <a:avLst>
                <a:gd name="adj" fmla="val 6953"/>
              </a:avLst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8AAD78F-25C1-8BFE-068E-CA8079CC94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5521" y="1102015"/>
              <a:ext cx="2268000" cy="5040000"/>
            </a:xfrm>
            <a:prstGeom prst="roundRect">
              <a:avLst>
                <a:gd name="adj" fmla="val 7818"/>
              </a:avLst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B0CFEC3-2914-E80B-685B-5B6E9D42232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19587" y="1102015"/>
              <a:ext cx="2268000" cy="5040000"/>
            </a:xfrm>
            <a:prstGeom prst="roundRect">
              <a:avLst>
                <a:gd name="adj" fmla="val 6953"/>
              </a:avLst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67724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C117BC6-C408-9EBF-1C0E-4321D9C08526}"/>
              </a:ext>
            </a:extLst>
          </p:cNvPr>
          <p:cNvSpPr/>
          <p:nvPr/>
        </p:nvSpPr>
        <p:spPr>
          <a:xfrm>
            <a:off x="576100" y="402647"/>
            <a:ext cx="6705600" cy="5463310"/>
          </a:xfrm>
          <a:prstGeom prst="roundRect">
            <a:avLst>
              <a:gd name="adj" fmla="val 4633"/>
            </a:avLst>
          </a:prstGeom>
          <a:gradFill>
            <a:gsLst>
              <a:gs pos="0">
                <a:srgbClr val="FFFFFF"/>
              </a:gs>
              <a:gs pos="100000">
                <a:srgbClr val="ECF4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522B775-2508-93AD-E0BB-081E826B5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38" y="661267"/>
            <a:ext cx="2255171" cy="4964546"/>
          </a:xfrm>
          <a:prstGeom prst="roundRect">
            <a:avLst>
              <a:gd name="adj" fmla="val 6953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8AAD78F-25C1-8BFE-068E-CA8079CC9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755" y="661267"/>
            <a:ext cx="2260453" cy="4964546"/>
          </a:xfrm>
          <a:prstGeom prst="roundRect">
            <a:avLst>
              <a:gd name="adj" fmla="val 7818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4827438-BEFA-F5AC-9F5F-8EEFAE16D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890" y="0"/>
            <a:ext cx="3190933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31FBBD7-3E49-1F84-1FE5-1742BC5D2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6981" y="0"/>
            <a:ext cx="3187051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96B369A-40F1-EDD2-BEF5-DF62E9AD2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67148" y="0"/>
            <a:ext cx="3198725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19255B2-E23D-C6C4-6505-0EB1978928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3931" y="0"/>
            <a:ext cx="31536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9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20</Words>
  <Application>Microsoft Office PowerPoint</Application>
  <PresentationFormat>와이드스크린</PresentationFormat>
  <Paragraphs>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2026-06-18T00:03:12Z</dcterms:created>
  <dcterms:modified xsi:type="dcterms:W3CDTF">2026-06-18T05:47:59Z</dcterms:modified>
</cp:coreProperties>
</file>